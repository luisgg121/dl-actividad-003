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3399A-9DE7-474C-9FEA-B0DFB57BE8AF}" v="20" dt="2026-02-12T19:47:38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de la Garza" userId="5365f7fcd4da17b0" providerId="LiveId" clId="{F093399A-9DE7-474C-9FEA-B0DFB57BE8AF}"/>
    <pc:docChg chg="undo custSel modSld">
      <pc:chgData name="Luis de la Garza" userId="5365f7fcd4da17b0" providerId="LiveId" clId="{F093399A-9DE7-474C-9FEA-B0DFB57BE8AF}" dt="2026-02-12T22:43:25.854" v="204" actId="20577"/>
      <pc:docMkLst>
        <pc:docMk/>
      </pc:docMkLst>
      <pc:sldChg chg="addSp modSp mod">
        <pc:chgData name="Luis de la Garza" userId="5365f7fcd4da17b0" providerId="LiveId" clId="{F093399A-9DE7-474C-9FEA-B0DFB57BE8AF}" dt="2026-02-12T22:43:25.854" v="204" actId="20577"/>
        <pc:sldMkLst>
          <pc:docMk/>
          <pc:sldMk cId="3584567991" sldId="256"/>
        </pc:sldMkLst>
        <pc:spChg chg="mod">
          <ac:chgData name="Luis de la Garza" userId="5365f7fcd4da17b0" providerId="LiveId" clId="{F093399A-9DE7-474C-9FEA-B0DFB57BE8AF}" dt="2026-02-12T19:51:40.327" v="121" actId="1076"/>
          <ac:spMkLst>
            <pc:docMk/>
            <pc:sldMk cId="3584567991" sldId="256"/>
            <ac:spMk id="4" creationId="{C346193F-03FF-AF7C-CFA5-6155BFF80481}"/>
          </ac:spMkLst>
        </pc:spChg>
        <pc:spChg chg="mod">
          <ac:chgData name="Luis de la Garza" userId="5365f7fcd4da17b0" providerId="LiveId" clId="{F093399A-9DE7-474C-9FEA-B0DFB57BE8AF}" dt="2026-02-12T22:43:25.854" v="204" actId="20577"/>
          <ac:spMkLst>
            <pc:docMk/>
            <pc:sldMk cId="3584567991" sldId="256"/>
            <ac:spMk id="5" creationId="{933FBE2B-FF60-6B50-C6F9-B4106E5DEC41}"/>
          </ac:spMkLst>
        </pc:spChg>
        <pc:spChg chg="mod">
          <ac:chgData name="Luis de la Garza" userId="5365f7fcd4da17b0" providerId="LiveId" clId="{F093399A-9DE7-474C-9FEA-B0DFB57BE8AF}" dt="2026-02-12T19:51:40.327" v="121" actId="1076"/>
          <ac:spMkLst>
            <pc:docMk/>
            <pc:sldMk cId="3584567991" sldId="256"/>
            <ac:spMk id="15" creationId="{8506FACE-03C3-D539-3128-86A16A4198CA}"/>
          </ac:spMkLst>
        </pc:spChg>
        <pc:spChg chg="mod">
          <ac:chgData name="Luis de la Garza" userId="5365f7fcd4da17b0" providerId="LiveId" clId="{F093399A-9DE7-474C-9FEA-B0DFB57BE8AF}" dt="2026-02-12T19:51:40.327" v="121" actId="1076"/>
          <ac:spMkLst>
            <pc:docMk/>
            <pc:sldMk cId="3584567991" sldId="256"/>
            <ac:spMk id="16" creationId="{859D7B7F-8EDF-2DEA-C406-2AED5755E5B3}"/>
          </ac:spMkLst>
        </pc:spChg>
        <pc:spChg chg="mod">
          <ac:chgData name="Luis de la Garza" userId="5365f7fcd4da17b0" providerId="LiveId" clId="{F093399A-9DE7-474C-9FEA-B0DFB57BE8AF}" dt="2026-02-12T19:51:40.327" v="121" actId="1076"/>
          <ac:spMkLst>
            <pc:docMk/>
            <pc:sldMk cId="3584567991" sldId="256"/>
            <ac:spMk id="17" creationId="{9279DB07-7D26-A17A-17FB-A11C78CFFCB9}"/>
          </ac:spMkLst>
        </pc:spChg>
        <pc:spChg chg="mod">
          <ac:chgData name="Luis de la Garza" userId="5365f7fcd4da17b0" providerId="LiveId" clId="{F093399A-9DE7-474C-9FEA-B0DFB57BE8AF}" dt="2026-02-12T19:51:40.327" v="121" actId="1076"/>
          <ac:spMkLst>
            <pc:docMk/>
            <pc:sldMk cId="3584567991" sldId="256"/>
            <ac:spMk id="18" creationId="{A27C0EB4-06A5-089D-587B-95BF307DCEE3}"/>
          </ac:spMkLst>
        </pc:spChg>
        <pc:spChg chg="mod">
          <ac:chgData name="Luis de la Garza" userId="5365f7fcd4da17b0" providerId="LiveId" clId="{F093399A-9DE7-474C-9FEA-B0DFB57BE8AF}" dt="2026-02-12T19:41:42.143" v="28" actId="1076"/>
          <ac:spMkLst>
            <pc:docMk/>
            <pc:sldMk cId="3584567991" sldId="256"/>
            <ac:spMk id="40" creationId="{F4FCF620-4E3D-D13A-ABA9-8A99473FA7E3}"/>
          </ac:spMkLst>
        </pc:spChg>
        <pc:spChg chg="mod">
          <ac:chgData name="Luis de la Garza" userId="5365f7fcd4da17b0" providerId="LiveId" clId="{F093399A-9DE7-474C-9FEA-B0DFB57BE8AF}" dt="2026-02-12T19:56:31.980" v="153" actId="1076"/>
          <ac:spMkLst>
            <pc:docMk/>
            <pc:sldMk cId="3584567991" sldId="256"/>
            <ac:spMk id="41" creationId="{8C38B225-7096-39D6-F33D-E9DB90725E91}"/>
          </ac:spMkLst>
        </pc:spChg>
        <pc:spChg chg="add mod">
          <ac:chgData name="Luis de la Garza" userId="5365f7fcd4da17b0" providerId="LiveId" clId="{F093399A-9DE7-474C-9FEA-B0DFB57BE8AF}" dt="2026-02-12T19:40:22.122" v="13" actId="20577"/>
          <ac:spMkLst>
            <pc:docMk/>
            <pc:sldMk cId="3584567991" sldId="256"/>
            <ac:spMk id="53" creationId="{3795BB4C-958A-3AD1-D51C-4814FC102D03}"/>
          </ac:spMkLst>
        </pc:spChg>
        <pc:spChg chg="add mod">
          <ac:chgData name="Luis de la Garza" userId="5365f7fcd4da17b0" providerId="LiveId" clId="{F093399A-9DE7-474C-9FEA-B0DFB57BE8AF}" dt="2026-02-12T19:41:09.584" v="23" actId="403"/>
          <ac:spMkLst>
            <pc:docMk/>
            <pc:sldMk cId="3584567991" sldId="256"/>
            <ac:spMk id="54" creationId="{2C08CC6E-05F8-4D68-EF5E-8D555544C8EC}"/>
          </ac:spMkLst>
        </pc:spChg>
        <pc:spChg chg="add mod">
          <ac:chgData name="Luis de la Garza" userId="5365f7fcd4da17b0" providerId="LiveId" clId="{F093399A-9DE7-474C-9FEA-B0DFB57BE8AF}" dt="2026-02-12T19:41:39.421" v="27" actId="1076"/>
          <ac:spMkLst>
            <pc:docMk/>
            <pc:sldMk cId="3584567991" sldId="256"/>
            <ac:spMk id="55" creationId="{2AC7A204-5F6C-066A-BA3E-F657540160A6}"/>
          </ac:spMkLst>
        </pc:spChg>
        <pc:spChg chg="add mod">
          <ac:chgData name="Luis de la Garza" userId="5365f7fcd4da17b0" providerId="LiveId" clId="{F093399A-9DE7-474C-9FEA-B0DFB57BE8AF}" dt="2026-02-12T19:40:32.201" v="16" actId="20577"/>
          <ac:spMkLst>
            <pc:docMk/>
            <pc:sldMk cId="3584567991" sldId="256"/>
            <ac:spMk id="56" creationId="{98349B58-8ACF-D20F-EF0A-FDFFEB65ADF0}"/>
          </ac:spMkLst>
        </pc:spChg>
        <pc:spChg chg="add mod">
          <ac:chgData name="Luis de la Garza" userId="5365f7fcd4da17b0" providerId="LiveId" clId="{F093399A-9DE7-474C-9FEA-B0DFB57BE8AF}" dt="2026-02-12T19:44:24.583" v="59" actId="1076"/>
          <ac:spMkLst>
            <pc:docMk/>
            <pc:sldMk cId="3584567991" sldId="256"/>
            <ac:spMk id="74" creationId="{29D1A0E0-E72F-EF77-9BC8-DD16A75CCF24}"/>
          </ac:spMkLst>
        </pc:spChg>
        <pc:spChg chg="add mod">
          <ac:chgData name="Luis de la Garza" userId="5365f7fcd4da17b0" providerId="LiveId" clId="{F093399A-9DE7-474C-9FEA-B0DFB57BE8AF}" dt="2026-02-12T22:37:43.488" v="157" actId="20577"/>
          <ac:spMkLst>
            <pc:docMk/>
            <pc:sldMk cId="3584567991" sldId="256"/>
            <ac:spMk id="75" creationId="{9C3CBBC9-2A69-0E23-DBEE-1011418FDA51}"/>
          </ac:spMkLst>
        </pc:spChg>
        <pc:spChg chg="add mod">
          <ac:chgData name="Luis de la Garza" userId="5365f7fcd4da17b0" providerId="LiveId" clId="{F093399A-9DE7-474C-9FEA-B0DFB57BE8AF}" dt="2026-02-12T22:38:04.236" v="160" actId="20577"/>
          <ac:spMkLst>
            <pc:docMk/>
            <pc:sldMk cId="3584567991" sldId="256"/>
            <ac:spMk id="76" creationId="{61C35DF2-36E2-BAF8-DDAE-ABD2CB9B0252}"/>
          </ac:spMkLst>
        </pc:spChg>
        <pc:spChg chg="add mod">
          <ac:chgData name="Luis de la Garza" userId="5365f7fcd4da17b0" providerId="LiveId" clId="{F093399A-9DE7-474C-9FEA-B0DFB57BE8AF}" dt="2026-02-12T22:38:33.215" v="163" actId="20577"/>
          <ac:spMkLst>
            <pc:docMk/>
            <pc:sldMk cId="3584567991" sldId="256"/>
            <ac:spMk id="77" creationId="{63366D9C-98D3-5114-1819-0E95373AB703}"/>
          </ac:spMkLst>
        </pc:spChg>
        <pc:spChg chg="add mod">
          <ac:chgData name="Luis de la Garza" userId="5365f7fcd4da17b0" providerId="LiveId" clId="{F093399A-9DE7-474C-9FEA-B0DFB57BE8AF}" dt="2026-02-12T22:38:59.877" v="167" actId="14100"/>
          <ac:spMkLst>
            <pc:docMk/>
            <pc:sldMk cId="3584567991" sldId="256"/>
            <ac:spMk id="78" creationId="{D136CC55-BD1A-7DFD-E03D-50FC7E08A4E6}"/>
          </ac:spMkLst>
        </pc:spChg>
        <pc:spChg chg="add mod">
          <ac:chgData name="Luis de la Garza" userId="5365f7fcd4da17b0" providerId="LiveId" clId="{F093399A-9DE7-474C-9FEA-B0DFB57BE8AF}" dt="2026-02-12T19:44:39.243" v="63"/>
          <ac:spMkLst>
            <pc:docMk/>
            <pc:sldMk cId="3584567991" sldId="256"/>
            <ac:spMk id="79" creationId="{531746C9-80DA-10AA-92B9-B1478D13192E}"/>
          </ac:spMkLst>
        </pc:spChg>
        <pc:spChg chg="add mod">
          <ac:chgData name="Luis de la Garza" userId="5365f7fcd4da17b0" providerId="LiveId" clId="{F093399A-9DE7-474C-9FEA-B0DFB57BE8AF}" dt="2026-02-12T19:55:58.495" v="152" actId="20577"/>
          <ac:spMkLst>
            <pc:docMk/>
            <pc:sldMk cId="3584567991" sldId="256"/>
            <ac:spMk id="106" creationId="{DACC102F-0B43-D9E7-F534-A26E550A764D}"/>
          </ac:spMkLst>
        </pc:spChg>
        <pc:spChg chg="add mod">
          <ac:chgData name="Luis de la Garza" userId="5365f7fcd4da17b0" providerId="LiveId" clId="{F093399A-9DE7-474C-9FEA-B0DFB57BE8AF}" dt="2026-02-12T22:40:06.793" v="170" actId="20577"/>
          <ac:spMkLst>
            <pc:docMk/>
            <pc:sldMk cId="3584567991" sldId="256"/>
            <ac:spMk id="107" creationId="{979F8D65-CBD6-AC8D-3DE7-73978A4BC04C}"/>
          </ac:spMkLst>
        </pc:spChg>
        <pc:spChg chg="add mod">
          <ac:chgData name="Luis de la Garza" userId="5365f7fcd4da17b0" providerId="LiveId" clId="{F093399A-9DE7-474C-9FEA-B0DFB57BE8AF}" dt="2026-02-12T22:40:27.847" v="173" actId="6549"/>
          <ac:spMkLst>
            <pc:docMk/>
            <pc:sldMk cId="3584567991" sldId="256"/>
            <ac:spMk id="108" creationId="{2EC8FF2A-28D7-C44A-7980-7B1A4598DED0}"/>
          </ac:spMkLst>
        </pc:spChg>
        <pc:spChg chg="add mod">
          <ac:chgData name="Luis de la Garza" userId="5365f7fcd4da17b0" providerId="LiveId" clId="{F093399A-9DE7-474C-9FEA-B0DFB57BE8AF}" dt="2026-02-12T22:41:09.674" v="179" actId="6549"/>
          <ac:spMkLst>
            <pc:docMk/>
            <pc:sldMk cId="3584567991" sldId="256"/>
            <ac:spMk id="109" creationId="{559386BB-13C5-5392-7C22-D4C69F4A8E02}"/>
          </ac:spMkLst>
        </pc:spChg>
        <pc:spChg chg="add mod">
          <ac:chgData name="Luis de la Garza" userId="5365f7fcd4da17b0" providerId="LiveId" clId="{F093399A-9DE7-474C-9FEA-B0DFB57BE8AF}" dt="2026-02-12T22:40:44.080" v="176" actId="6549"/>
          <ac:spMkLst>
            <pc:docMk/>
            <pc:sldMk cId="3584567991" sldId="256"/>
            <ac:spMk id="110" creationId="{64C02220-E96B-0D09-6943-562A329FEBE0}"/>
          </ac:spMkLst>
        </pc:spChg>
        <pc:cxnChg chg="mod">
          <ac:chgData name="Luis de la Garza" userId="5365f7fcd4da17b0" providerId="LiveId" clId="{F093399A-9DE7-474C-9FEA-B0DFB57BE8AF}" dt="2026-02-12T22:42:37.346" v="199" actId="14100"/>
          <ac:cxnSpMkLst>
            <pc:docMk/>
            <pc:sldMk cId="3584567991" sldId="256"/>
            <ac:cxnSpMk id="8" creationId="{7E2FDCA5-56B3-B0AB-3C81-EE5AFCB28E77}"/>
          </ac:cxnSpMkLst>
        </pc:cxnChg>
        <pc:cxnChg chg="mod">
          <ac:chgData name="Luis de la Garza" userId="5365f7fcd4da17b0" providerId="LiveId" clId="{F093399A-9DE7-474C-9FEA-B0DFB57BE8AF}" dt="2026-02-12T22:42:37.346" v="199" actId="14100"/>
          <ac:cxnSpMkLst>
            <pc:docMk/>
            <pc:sldMk cId="3584567991" sldId="256"/>
            <ac:cxnSpMk id="10" creationId="{7885C819-B5C1-7E74-71C5-2F33F691A190}"/>
          </ac:cxnSpMkLst>
        </pc:cxnChg>
        <pc:cxnChg chg="mod">
          <ac:chgData name="Luis de la Garza" userId="5365f7fcd4da17b0" providerId="LiveId" clId="{F093399A-9DE7-474C-9FEA-B0DFB57BE8AF}" dt="2026-02-12T19:51:40.327" v="121" actId="1076"/>
          <ac:cxnSpMkLst>
            <pc:docMk/>
            <pc:sldMk cId="3584567991" sldId="256"/>
            <ac:cxnSpMk id="19" creationId="{C44F2AF6-2A3B-7620-BA9E-B94704483C5C}"/>
          </ac:cxnSpMkLst>
        </pc:cxnChg>
        <pc:cxnChg chg="mod">
          <ac:chgData name="Luis de la Garza" userId="5365f7fcd4da17b0" providerId="LiveId" clId="{F093399A-9DE7-474C-9FEA-B0DFB57BE8AF}" dt="2026-02-12T19:51:40.327" v="121" actId="1076"/>
          <ac:cxnSpMkLst>
            <pc:docMk/>
            <pc:sldMk cId="3584567991" sldId="256"/>
            <ac:cxnSpMk id="22" creationId="{B79B21A2-950E-584C-86AE-781557D6083A}"/>
          </ac:cxnSpMkLst>
        </pc:cxnChg>
        <pc:cxnChg chg="mod">
          <ac:chgData name="Luis de la Garza" userId="5365f7fcd4da17b0" providerId="LiveId" clId="{F093399A-9DE7-474C-9FEA-B0DFB57BE8AF}" dt="2026-02-12T19:51:40.327" v="121" actId="1076"/>
          <ac:cxnSpMkLst>
            <pc:docMk/>
            <pc:sldMk cId="3584567991" sldId="256"/>
            <ac:cxnSpMk id="25" creationId="{8C82ECBC-3329-84F7-8E2E-EC056EEE70DE}"/>
          </ac:cxnSpMkLst>
        </pc:cxnChg>
        <pc:cxnChg chg="mod">
          <ac:chgData name="Luis de la Garza" userId="5365f7fcd4da17b0" providerId="LiveId" clId="{F093399A-9DE7-474C-9FEA-B0DFB57BE8AF}" dt="2026-02-12T19:51:40.327" v="121" actId="1076"/>
          <ac:cxnSpMkLst>
            <pc:docMk/>
            <pc:sldMk cId="3584567991" sldId="256"/>
            <ac:cxnSpMk id="29" creationId="{E6FFFB05-106D-1114-ED19-8DB697886D9D}"/>
          </ac:cxnSpMkLst>
        </pc:cxnChg>
        <pc:cxnChg chg="mod">
          <ac:chgData name="Luis de la Garza" userId="5365f7fcd4da17b0" providerId="LiveId" clId="{F093399A-9DE7-474C-9FEA-B0DFB57BE8AF}" dt="2026-02-12T19:41:42.143" v="28" actId="1076"/>
          <ac:cxnSpMkLst>
            <pc:docMk/>
            <pc:sldMk cId="3584567991" sldId="256"/>
            <ac:cxnSpMk id="44" creationId="{5BC79544-6923-D556-42BB-9A48F6386129}"/>
          </ac:cxnSpMkLst>
        </pc:cxnChg>
        <pc:cxnChg chg="mod">
          <ac:chgData name="Luis de la Garza" userId="5365f7fcd4da17b0" providerId="LiveId" clId="{F093399A-9DE7-474C-9FEA-B0DFB57BE8AF}" dt="2026-02-12T19:56:31.980" v="153" actId="1076"/>
          <ac:cxnSpMkLst>
            <pc:docMk/>
            <pc:sldMk cId="3584567991" sldId="256"/>
            <ac:cxnSpMk id="45" creationId="{19EFCC02-EB99-F76F-D78F-18F9576AABFF}"/>
          </ac:cxnSpMkLst>
        </pc:cxnChg>
        <pc:cxnChg chg="mod">
          <ac:chgData name="Luis de la Garza" userId="5365f7fcd4da17b0" providerId="LiveId" clId="{F093399A-9DE7-474C-9FEA-B0DFB57BE8AF}" dt="2026-02-12T19:46:51.134" v="90" actId="14100"/>
          <ac:cxnSpMkLst>
            <pc:docMk/>
            <pc:sldMk cId="3584567991" sldId="256"/>
            <ac:cxnSpMk id="46" creationId="{A742C19A-933A-A984-69D5-D2BA5F373223}"/>
          </ac:cxnSpMkLst>
        </pc:cxnChg>
        <pc:cxnChg chg="add mod">
          <ac:chgData name="Luis de la Garza" userId="5365f7fcd4da17b0" providerId="LiveId" clId="{F093399A-9DE7-474C-9FEA-B0DFB57BE8AF}" dt="2026-02-12T19:41:53.819" v="32" actId="14100"/>
          <ac:cxnSpMkLst>
            <pc:docMk/>
            <pc:sldMk cId="3584567991" sldId="256"/>
            <ac:cxnSpMk id="61" creationId="{1DA1EEE8-B9F4-E5DB-EA57-6018DB9583CD}"/>
          </ac:cxnSpMkLst>
        </pc:cxnChg>
        <pc:cxnChg chg="add mod">
          <ac:chgData name="Luis de la Garza" userId="5365f7fcd4da17b0" providerId="LiveId" clId="{F093399A-9DE7-474C-9FEA-B0DFB57BE8AF}" dt="2026-02-12T19:46:15.430" v="82" actId="14100"/>
          <ac:cxnSpMkLst>
            <pc:docMk/>
            <pc:sldMk cId="3584567991" sldId="256"/>
            <ac:cxnSpMk id="64" creationId="{F207FF97-D0FE-42BD-1E01-F11CBF65884A}"/>
          </ac:cxnSpMkLst>
        </pc:cxnChg>
        <pc:cxnChg chg="add mod">
          <ac:chgData name="Luis de la Garza" userId="5365f7fcd4da17b0" providerId="LiveId" clId="{F093399A-9DE7-474C-9FEA-B0DFB57BE8AF}" dt="2026-02-12T19:47:11.614" v="92" actId="14100"/>
          <ac:cxnSpMkLst>
            <pc:docMk/>
            <pc:sldMk cId="3584567991" sldId="256"/>
            <ac:cxnSpMk id="67" creationId="{A8B9FF8A-409C-6613-FBAB-2F60C4F3B1D2}"/>
          </ac:cxnSpMkLst>
        </pc:cxnChg>
        <pc:cxnChg chg="add mod">
          <ac:chgData name="Luis de la Garza" userId="5365f7fcd4da17b0" providerId="LiveId" clId="{F093399A-9DE7-474C-9FEA-B0DFB57BE8AF}" dt="2026-02-12T19:46:06.082" v="81" actId="14100"/>
          <ac:cxnSpMkLst>
            <pc:docMk/>
            <pc:sldMk cId="3584567991" sldId="256"/>
            <ac:cxnSpMk id="80" creationId="{45519BF5-2768-994D-E8A9-2679E91F458C}"/>
          </ac:cxnSpMkLst>
        </pc:cxnChg>
        <pc:cxnChg chg="add mod">
          <ac:chgData name="Luis de la Garza" userId="5365f7fcd4da17b0" providerId="LiveId" clId="{F093399A-9DE7-474C-9FEA-B0DFB57BE8AF}" dt="2026-02-12T19:45:26.227" v="74" actId="14100"/>
          <ac:cxnSpMkLst>
            <pc:docMk/>
            <pc:sldMk cId="3584567991" sldId="256"/>
            <ac:cxnSpMk id="83" creationId="{38AFA2E7-96EE-701C-9C6F-31B1B5303CE3}"/>
          </ac:cxnSpMkLst>
        </pc:cxnChg>
        <pc:cxnChg chg="add mod">
          <ac:chgData name="Luis de la Garza" userId="5365f7fcd4da17b0" providerId="LiveId" clId="{F093399A-9DE7-474C-9FEA-B0DFB57BE8AF}" dt="2026-02-12T22:37:28.405" v="154" actId="1076"/>
          <ac:cxnSpMkLst>
            <pc:docMk/>
            <pc:sldMk cId="3584567991" sldId="256"/>
            <ac:cxnSpMk id="84" creationId="{18D9C177-CBE8-08F4-F2C3-A7C3B66AECEC}"/>
          </ac:cxnSpMkLst>
        </pc:cxnChg>
        <pc:cxnChg chg="add mod">
          <ac:chgData name="Luis de la Garza" userId="5365f7fcd4da17b0" providerId="LiveId" clId="{F093399A-9DE7-474C-9FEA-B0DFB57BE8AF}" dt="2026-02-12T19:45:36.980" v="76" actId="14100"/>
          <ac:cxnSpMkLst>
            <pc:docMk/>
            <pc:sldMk cId="3584567991" sldId="256"/>
            <ac:cxnSpMk id="85" creationId="{7D475AA3-7090-B901-3A82-7B2C9E21CB5E}"/>
          </ac:cxnSpMkLst>
        </pc:cxnChg>
        <pc:cxnChg chg="add mod">
          <ac:chgData name="Luis de la Garza" userId="5365f7fcd4da17b0" providerId="LiveId" clId="{F093399A-9DE7-474C-9FEA-B0DFB57BE8AF}" dt="2026-02-12T22:38:59.877" v="167" actId="14100"/>
          <ac:cxnSpMkLst>
            <pc:docMk/>
            <pc:sldMk cId="3584567991" sldId="256"/>
            <ac:cxnSpMk id="86" creationId="{6C5B902E-1541-3CD8-31AF-68D30066048E}"/>
          </ac:cxnSpMkLst>
        </pc:cxnChg>
        <pc:cxnChg chg="add mod">
          <ac:chgData name="Luis de la Garza" userId="5365f7fcd4da17b0" providerId="LiveId" clId="{F093399A-9DE7-474C-9FEA-B0DFB57BE8AF}" dt="2026-02-12T19:56:31.980" v="153" actId="1076"/>
          <ac:cxnSpMkLst>
            <pc:docMk/>
            <pc:sldMk cId="3584567991" sldId="256"/>
            <ac:cxnSpMk id="111" creationId="{56CA71D4-31E4-684B-B818-90E75F4459CA}"/>
          </ac:cxnSpMkLst>
        </pc:cxnChg>
        <pc:cxnChg chg="add mod">
          <ac:chgData name="Luis de la Garza" userId="5365f7fcd4da17b0" providerId="LiveId" clId="{F093399A-9DE7-474C-9FEA-B0DFB57BE8AF}" dt="2026-02-12T19:56:31.980" v="153" actId="1076"/>
          <ac:cxnSpMkLst>
            <pc:docMk/>
            <pc:sldMk cId="3584567991" sldId="256"/>
            <ac:cxnSpMk id="112" creationId="{E57CACF0-BEA0-A5CB-EC5F-1CB6D8D58CD8}"/>
          </ac:cxnSpMkLst>
        </pc:cxnChg>
        <pc:cxnChg chg="add mod">
          <ac:chgData name="Luis de la Garza" userId="5365f7fcd4da17b0" providerId="LiveId" clId="{F093399A-9DE7-474C-9FEA-B0DFB57BE8AF}" dt="2026-02-12T19:56:31.980" v="153" actId="1076"/>
          <ac:cxnSpMkLst>
            <pc:docMk/>
            <pc:sldMk cId="3584567991" sldId="256"/>
            <ac:cxnSpMk id="113" creationId="{FD45C175-EF59-E5C9-7BA8-77AB71149555}"/>
          </ac:cxnSpMkLst>
        </pc:cxnChg>
        <pc:cxnChg chg="add mod">
          <ac:chgData name="Luis de la Garza" userId="5365f7fcd4da17b0" providerId="LiveId" clId="{F093399A-9DE7-474C-9FEA-B0DFB57BE8AF}" dt="2026-02-12T19:56:31.980" v="153" actId="1076"/>
          <ac:cxnSpMkLst>
            <pc:docMk/>
            <pc:sldMk cId="3584567991" sldId="256"/>
            <ac:cxnSpMk id="114" creationId="{07B71F4D-E7FD-5F3C-9ACA-31C37953AD25}"/>
          </ac:cxnSpMkLst>
        </pc:cxnChg>
        <pc:cxnChg chg="add mod">
          <ac:chgData name="Luis de la Garza" userId="5365f7fcd4da17b0" providerId="LiveId" clId="{F093399A-9DE7-474C-9FEA-B0DFB57BE8AF}" dt="2026-02-12T19:56:31.980" v="153" actId="1076"/>
          <ac:cxnSpMkLst>
            <pc:docMk/>
            <pc:sldMk cId="3584567991" sldId="256"/>
            <ac:cxnSpMk id="115" creationId="{7024F5FE-D4B2-82E2-0CEF-A765CCE8C8F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06424-9B25-91D9-32E3-892E7FA20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C9917E-BEC3-0779-BA55-379550235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5AB260-5CC4-184E-977E-E47A8025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A09769-E7C6-B3C4-71C3-0AF190BA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94A16F-94B6-5B31-74AF-7E93D9F0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094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3F57B-F299-880D-9E4E-809DDCFFD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61AFD9-ADDF-67EA-F83D-8F15CD33D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CA93-639D-353D-415C-5DD5CFB77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D59AE9-4F1A-1BA2-F54E-3F445123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605595-C2F0-F757-36DD-E8C0B42C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035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83605-181F-C691-F0C3-81548F5A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76D76E-9E06-2E47-673F-B044A8F99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A09D4D-DF1E-592E-0625-59329BEA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5C9FAD-9F24-0A45-D709-2BD75B1D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57493E-1B53-C420-A90C-C3D181CE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592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70140-F340-75B2-2AB2-0E5E0906F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E8EDE2-69B5-6A1C-0739-93C743A14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AC9EA3-58F3-0E3D-B03C-7C405953D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C7EF23-DA8D-8A08-1065-A99A3A2E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60D24F-37BE-E5C5-43AF-E42F82A2A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865A22-E39E-FEE1-0BC5-FAC1388C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465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31612-F3AE-55A6-179D-E0641848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D543B-AC64-653B-009A-D54D99597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CECC47-74AE-029A-A58E-F9251B3EE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CB49A56-2482-8800-616C-4246BC1AC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48713D3-F238-5E84-8F6B-A9D663A4A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954366-4F39-BCD3-27BE-27456207A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3865EB6-56DD-044D-6045-4728B141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FCDAB05-CB2B-70D6-D3C1-7928826C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789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B4323-C3DD-5676-CE90-8ECC6CC9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E2B464-3AC4-F211-2BEE-3960C4D46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D9FDF0-C04E-5783-C7FE-915C7A41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104EB0-6D21-687C-9167-15656AE9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816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6EE714-DBFB-2F3A-C4D2-D907ADD5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018B325-4FA3-BD6B-34B8-2A34427A8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34CEF4-54F2-6F83-98E2-B71F7657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090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14BCC-C0EB-CD16-850C-E8371F15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3B10B2-8069-B7A7-3825-F220D52D0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9CF629-135D-6F6D-752D-A83DA8EB1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4C5E42-020A-7892-992B-F02D8A5A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78A172-D61B-47C2-7229-87EF1D69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DAFC8F-B3A6-6434-E716-9A9CF66C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124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A75B6-6497-F742-FD66-C5E59DD4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1D14A7-CBC5-C169-FEE2-B5558A1AF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FDF89F-2C35-458C-18F8-7B2D5348F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A222C2-11C9-0A91-E785-7143FFBB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27ED48-AC64-DAAD-F343-227B36DC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CE0235-1B1D-BFCF-D96B-99BB60FB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097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2A2B5-4B30-9CDE-13C3-EA02A057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9743AE-A7CF-E09E-3CDD-25D36826C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FAA928-B76E-D442-E29E-1BD0E125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F158AC-534B-0F8E-8D8E-B4197272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035368-6DA4-7A50-6541-7B902283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506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9A8A0E-997B-C0AB-49C9-3CB0B052C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5B1ADD-A43F-1C66-D74C-65F03624D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E670BC-96E2-FA20-E056-6DD0E2AA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186B74-5B27-F807-FF7B-8EF0ADC9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035400-BFF3-4237-B067-BB0C0303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68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6614B2-5A42-7973-16AE-4115B061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EE0611-2545-92A0-34E0-961379607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B12BB5-4895-1A27-F70A-E9B2BE618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4D271-5617-4219-B303-400EC6642F26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740834-A08A-2ADB-3124-4D667D538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CE2BD5-6CC5-C0D3-33A9-28A72CC1C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3FA8B-7F97-4736-82DE-4037F50CAD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447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1A5A3-7877-7B75-7C2E-31E29A4C2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730" y="111051"/>
            <a:ext cx="9144000" cy="1187204"/>
          </a:xfrm>
        </p:spPr>
        <p:txBody>
          <a:bodyPr>
            <a:normAutofit fontScale="90000"/>
          </a:bodyPr>
          <a:lstStyle/>
          <a:p>
            <a:r>
              <a:rPr lang="es-MX" dirty="0"/>
              <a:t>Deep </a:t>
            </a:r>
            <a:r>
              <a:rPr lang="es-MX" dirty="0" err="1"/>
              <a:t>Learning</a:t>
            </a:r>
            <a:br>
              <a:rPr lang="es-MX" dirty="0"/>
            </a:br>
            <a:r>
              <a:rPr lang="es-MX" sz="4000" dirty="0"/>
              <a:t>MAPA CONCEPTUAL</a:t>
            </a:r>
            <a:endParaRPr lang="es-MX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346193F-03FF-AF7C-CFA5-6155BFF80481}"/>
              </a:ext>
            </a:extLst>
          </p:cNvPr>
          <p:cNvSpPr/>
          <p:nvPr/>
        </p:nvSpPr>
        <p:spPr>
          <a:xfrm>
            <a:off x="2944136" y="2652138"/>
            <a:ext cx="1819374" cy="66930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ML tradicional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33FBE2B-FF60-6B50-C6F9-B4106E5DEC41}"/>
              </a:ext>
            </a:extLst>
          </p:cNvPr>
          <p:cNvSpPr/>
          <p:nvPr/>
        </p:nvSpPr>
        <p:spPr>
          <a:xfrm>
            <a:off x="4951102" y="1869540"/>
            <a:ext cx="1495256" cy="112414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Machine </a:t>
            </a:r>
            <a:r>
              <a:rPr lang="es-MX" dirty="0" err="1">
                <a:solidFill>
                  <a:schemeClr val="tx1"/>
                </a:solidFill>
              </a:rPr>
              <a:t>Learning</a:t>
            </a:r>
            <a:r>
              <a:rPr lang="es-MX" dirty="0">
                <a:solidFill>
                  <a:schemeClr val="tx1"/>
                </a:solidFill>
              </a:rPr>
              <a:t> (ML)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7462E77-9F2F-FB54-E6AC-7B7B659749C2}"/>
              </a:ext>
            </a:extLst>
          </p:cNvPr>
          <p:cNvSpPr/>
          <p:nvPr/>
        </p:nvSpPr>
        <p:spPr>
          <a:xfrm>
            <a:off x="6355236" y="3482418"/>
            <a:ext cx="669304" cy="66930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DL</a:t>
            </a:r>
          </a:p>
        </p:txBody>
      </p:sp>
      <p:cxnSp>
        <p:nvCxnSpPr>
          <p:cNvPr id="8" name="Conector: curvado 7">
            <a:extLst>
              <a:ext uri="{FF2B5EF4-FFF2-40B4-BE49-F238E27FC236}">
                <a16:creationId xmlns:a16="http://schemas.microsoft.com/office/drawing/2014/main" id="{7E2FDCA5-56B3-B0AB-3C81-EE5AFCB28E77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 rot="16200000" flipH="1">
            <a:off x="5782614" y="2909796"/>
            <a:ext cx="586754" cy="75452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curvado 9">
            <a:extLst>
              <a:ext uri="{FF2B5EF4-FFF2-40B4-BE49-F238E27FC236}">
                <a16:creationId xmlns:a16="http://schemas.microsoft.com/office/drawing/2014/main" id="{7885C819-B5C1-7E74-71C5-2F33F691A190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rot="10800000" flipV="1">
            <a:off x="4763510" y="2431610"/>
            <a:ext cx="187592" cy="55517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506FACE-03C3-D539-3128-86A16A4198CA}"/>
              </a:ext>
            </a:extLst>
          </p:cNvPr>
          <p:cNvSpPr/>
          <p:nvPr/>
        </p:nvSpPr>
        <p:spPr>
          <a:xfrm>
            <a:off x="617286" y="1330421"/>
            <a:ext cx="1819374" cy="6693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Modelos simples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59D7B7F-8EDF-2DEA-C406-2AED5755E5B3}"/>
              </a:ext>
            </a:extLst>
          </p:cNvPr>
          <p:cNvSpPr/>
          <p:nvPr/>
        </p:nvSpPr>
        <p:spPr>
          <a:xfrm>
            <a:off x="458601" y="2282529"/>
            <a:ext cx="1819374" cy="6693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tx1"/>
                </a:solidFill>
              </a:rPr>
              <a:t>Ingeniería manual de características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279DB07-7D26-A17A-17FB-A11C78CFFCB9}"/>
              </a:ext>
            </a:extLst>
          </p:cNvPr>
          <p:cNvSpPr/>
          <p:nvPr/>
        </p:nvSpPr>
        <p:spPr>
          <a:xfrm>
            <a:off x="458601" y="3321441"/>
            <a:ext cx="1819374" cy="6693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Menos datos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27C0EB4-06A5-089D-587B-95BF307DCEE3}"/>
              </a:ext>
            </a:extLst>
          </p:cNvPr>
          <p:cNvSpPr/>
          <p:nvPr/>
        </p:nvSpPr>
        <p:spPr>
          <a:xfrm>
            <a:off x="458601" y="4442838"/>
            <a:ext cx="1819374" cy="6693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Menor costo computacional</a:t>
            </a:r>
          </a:p>
        </p:txBody>
      </p:sp>
      <p:cxnSp>
        <p:nvCxnSpPr>
          <p:cNvPr id="19" name="Conector: curvado 18">
            <a:extLst>
              <a:ext uri="{FF2B5EF4-FFF2-40B4-BE49-F238E27FC236}">
                <a16:creationId xmlns:a16="http://schemas.microsoft.com/office/drawing/2014/main" id="{C44F2AF6-2A3B-7620-BA9E-B94704483C5C}"/>
              </a:ext>
            </a:extLst>
          </p:cNvPr>
          <p:cNvCxnSpPr>
            <a:cxnSpLocks/>
            <a:stCxn id="4" idx="0"/>
            <a:endCxn id="15" idx="6"/>
          </p:cNvCxnSpPr>
          <p:nvPr/>
        </p:nvCxnSpPr>
        <p:spPr>
          <a:xfrm rot="16200000" flipV="1">
            <a:off x="2651710" y="1450024"/>
            <a:ext cx="987065" cy="141716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curvado 21">
            <a:extLst>
              <a:ext uri="{FF2B5EF4-FFF2-40B4-BE49-F238E27FC236}">
                <a16:creationId xmlns:a16="http://schemas.microsoft.com/office/drawing/2014/main" id="{B79B21A2-950E-584C-86AE-781557D6083A}"/>
              </a:ext>
            </a:extLst>
          </p:cNvPr>
          <p:cNvCxnSpPr>
            <a:cxnSpLocks/>
            <a:stCxn id="4" idx="1"/>
            <a:endCxn id="16" idx="6"/>
          </p:cNvCxnSpPr>
          <p:nvPr/>
        </p:nvCxnSpPr>
        <p:spPr>
          <a:xfrm rot="16200000" flipV="1">
            <a:off x="2677789" y="2217367"/>
            <a:ext cx="132974" cy="93260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curvado 24">
            <a:extLst>
              <a:ext uri="{FF2B5EF4-FFF2-40B4-BE49-F238E27FC236}">
                <a16:creationId xmlns:a16="http://schemas.microsoft.com/office/drawing/2014/main" id="{8C82ECBC-3329-84F7-8E2E-EC056EEE70DE}"/>
              </a:ext>
            </a:extLst>
          </p:cNvPr>
          <p:cNvCxnSpPr>
            <a:cxnSpLocks/>
            <a:stCxn id="4" idx="3"/>
            <a:endCxn id="17" idx="6"/>
          </p:cNvCxnSpPr>
          <p:nvPr/>
        </p:nvCxnSpPr>
        <p:spPr>
          <a:xfrm rot="5400000">
            <a:off x="2527942" y="2973457"/>
            <a:ext cx="432669" cy="93260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E6FFFB05-106D-1114-ED19-8DB697886D9D}"/>
              </a:ext>
            </a:extLst>
          </p:cNvPr>
          <p:cNvCxnSpPr>
            <a:cxnSpLocks/>
            <a:stCxn id="4" idx="4"/>
            <a:endCxn id="18" idx="6"/>
          </p:cNvCxnSpPr>
          <p:nvPr/>
        </p:nvCxnSpPr>
        <p:spPr>
          <a:xfrm rot="5400000">
            <a:off x="2337875" y="3261541"/>
            <a:ext cx="1456049" cy="157584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8EFA8BBA-D339-4FC0-9CC0-ED7C4A809B2D}"/>
              </a:ext>
            </a:extLst>
          </p:cNvPr>
          <p:cNvSpPr/>
          <p:nvPr/>
        </p:nvSpPr>
        <p:spPr>
          <a:xfrm>
            <a:off x="6446359" y="1791440"/>
            <a:ext cx="1819374" cy="6693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Arquitecturas principales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F4FCF620-4E3D-D13A-ABA9-8A99473FA7E3}"/>
              </a:ext>
            </a:extLst>
          </p:cNvPr>
          <p:cNvSpPr/>
          <p:nvPr/>
        </p:nvSpPr>
        <p:spPr>
          <a:xfrm>
            <a:off x="7772487" y="3920829"/>
            <a:ext cx="1819374" cy="6693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Componentes esenciales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8C38B225-7096-39D6-F33D-E9DB90725E91}"/>
              </a:ext>
            </a:extLst>
          </p:cNvPr>
          <p:cNvSpPr/>
          <p:nvPr/>
        </p:nvSpPr>
        <p:spPr>
          <a:xfrm>
            <a:off x="5869472" y="4460973"/>
            <a:ext cx="1819374" cy="6693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Factores impulsores</a:t>
            </a:r>
          </a:p>
        </p:txBody>
      </p:sp>
      <p:cxnSp>
        <p:nvCxnSpPr>
          <p:cNvPr id="43" name="Conector: curvado 42">
            <a:extLst>
              <a:ext uri="{FF2B5EF4-FFF2-40B4-BE49-F238E27FC236}">
                <a16:creationId xmlns:a16="http://schemas.microsoft.com/office/drawing/2014/main" id="{58EEECB6-B534-C41F-429A-171C4D2F7F02}"/>
              </a:ext>
            </a:extLst>
          </p:cNvPr>
          <p:cNvCxnSpPr>
            <a:cxnSpLocks/>
            <a:stCxn id="6" idx="0"/>
            <a:endCxn id="39" idx="4"/>
          </p:cNvCxnSpPr>
          <p:nvPr/>
        </p:nvCxnSpPr>
        <p:spPr>
          <a:xfrm rot="5400000" flipH="1" flipV="1">
            <a:off x="6512130" y="2638502"/>
            <a:ext cx="1021675" cy="66615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curvado 43">
            <a:extLst>
              <a:ext uri="{FF2B5EF4-FFF2-40B4-BE49-F238E27FC236}">
                <a16:creationId xmlns:a16="http://schemas.microsoft.com/office/drawing/2014/main" id="{5BC79544-6923-D556-42BB-9A48F6386129}"/>
              </a:ext>
            </a:extLst>
          </p:cNvPr>
          <p:cNvCxnSpPr>
            <a:cxnSpLocks/>
            <a:stCxn id="6" idx="6"/>
            <a:endCxn id="40" idx="2"/>
          </p:cNvCxnSpPr>
          <p:nvPr/>
        </p:nvCxnSpPr>
        <p:spPr>
          <a:xfrm>
            <a:off x="7024540" y="3817070"/>
            <a:ext cx="747947" cy="4384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curvado 44">
            <a:extLst>
              <a:ext uri="{FF2B5EF4-FFF2-40B4-BE49-F238E27FC236}">
                <a16:creationId xmlns:a16="http://schemas.microsoft.com/office/drawing/2014/main" id="{19EFCC02-EB99-F76F-D78F-18F9576AABFF}"/>
              </a:ext>
            </a:extLst>
          </p:cNvPr>
          <p:cNvCxnSpPr>
            <a:cxnSpLocks/>
            <a:stCxn id="6" idx="4"/>
            <a:endCxn id="41" idx="0"/>
          </p:cNvCxnSpPr>
          <p:nvPr/>
        </p:nvCxnSpPr>
        <p:spPr>
          <a:xfrm rot="16200000" flipH="1">
            <a:off x="6579897" y="4261711"/>
            <a:ext cx="309252" cy="892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curvado 45">
            <a:extLst>
              <a:ext uri="{FF2B5EF4-FFF2-40B4-BE49-F238E27FC236}">
                <a16:creationId xmlns:a16="http://schemas.microsoft.com/office/drawing/2014/main" id="{A742C19A-933A-A984-69D5-D2BA5F373223}"/>
              </a:ext>
            </a:extLst>
          </p:cNvPr>
          <p:cNvCxnSpPr>
            <a:cxnSpLocks/>
            <a:stCxn id="39" idx="7"/>
            <a:endCxn id="53" idx="4"/>
          </p:cNvCxnSpPr>
          <p:nvPr/>
        </p:nvCxnSpPr>
        <p:spPr>
          <a:xfrm rot="5400000" flipH="1" flipV="1">
            <a:off x="8291278" y="1076711"/>
            <a:ext cx="520761" cy="11047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3795BB4C-958A-3AD1-D51C-4814FC102D03}"/>
              </a:ext>
            </a:extLst>
          </p:cNvPr>
          <p:cNvSpPr/>
          <p:nvPr/>
        </p:nvSpPr>
        <p:spPr>
          <a:xfrm>
            <a:off x="8194338" y="699393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MLP</a:t>
            </a: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2C08CC6E-05F8-4D68-EF5E-8D555544C8EC}"/>
              </a:ext>
            </a:extLst>
          </p:cNvPr>
          <p:cNvSpPr/>
          <p:nvPr/>
        </p:nvSpPr>
        <p:spPr>
          <a:xfrm>
            <a:off x="8982263" y="2225265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RNN → LSTM / GRU</a:t>
            </a: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2AC7A204-5F6C-066A-BA3E-F657540160A6}"/>
              </a:ext>
            </a:extLst>
          </p:cNvPr>
          <p:cNvSpPr/>
          <p:nvPr/>
        </p:nvSpPr>
        <p:spPr>
          <a:xfrm>
            <a:off x="7356046" y="2648465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Transformers 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98349B58-8ACF-D20F-EF0A-FDFFEB65ADF0}"/>
              </a:ext>
            </a:extLst>
          </p:cNvPr>
          <p:cNvSpPr/>
          <p:nvPr/>
        </p:nvSpPr>
        <p:spPr>
          <a:xfrm>
            <a:off x="8996397" y="1426937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CNN</a:t>
            </a:r>
          </a:p>
        </p:txBody>
      </p:sp>
      <p:cxnSp>
        <p:nvCxnSpPr>
          <p:cNvPr id="61" name="Conector: curvado 60">
            <a:extLst>
              <a:ext uri="{FF2B5EF4-FFF2-40B4-BE49-F238E27FC236}">
                <a16:creationId xmlns:a16="http://schemas.microsoft.com/office/drawing/2014/main" id="{1DA1EEE8-B9F4-E5DB-EA57-6018DB9583CD}"/>
              </a:ext>
            </a:extLst>
          </p:cNvPr>
          <p:cNvCxnSpPr>
            <a:cxnSpLocks/>
            <a:stCxn id="39" idx="6"/>
            <a:endCxn id="56" idx="2"/>
          </p:cNvCxnSpPr>
          <p:nvPr/>
        </p:nvCxnSpPr>
        <p:spPr>
          <a:xfrm flipV="1">
            <a:off x="8265733" y="1761589"/>
            <a:ext cx="730664" cy="3645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: curvado 63">
            <a:extLst>
              <a:ext uri="{FF2B5EF4-FFF2-40B4-BE49-F238E27FC236}">
                <a16:creationId xmlns:a16="http://schemas.microsoft.com/office/drawing/2014/main" id="{F207FF97-D0FE-42BD-1E01-F11CBF65884A}"/>
              </a:ext>
            </a:extLst>
          </p:cNvPr>
          <p:cNvCxnSpPr>
            <a:cxnSpLocks/>
            <a:stCxn id="39" idx="6"/>
            <a:endCxn id="54" idx="1"/>
          </p:cNvCxnSpPr>
          <p:nvPr/>
        </p:nvCxnSpPr>
        <p:spPr>
          <a:xfrm>
            <a:off x="8265733" y="2126092"/>
            <a:ext cx="982971" cy="19719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curvado 66">
            <a:extLst>
              <a:ext uri="{FF2B5EF4-FFF2-40B4-BE49-F238E27FC236}">
                <a16:creationId xmlns:a16="http://schemas.microsoft.com/office/drawing/2014/main" id="{A8B9FF8A-409C-6613-FBAB-2F60C4F3B1D2}"/>
              </a:ext>
            </a:extLst>
          </p:cNvPr>
          <p:cNvCxnSpPr>
            <a:cxnSpLocks/>
            <a:stCxn id="39" idx="5"/>
            <a:endCxn id="55" idx="0"/>
          </p:cNvCxnSpPr>
          <p:nvPr/>
        </p:nvCxnSpPr>
        <p:spPr>
          <a:xfrm rot="16200000" flipH="1">
            <a:off x="7989643" y="2372374"/>
            <a:ext cx="285739" cy="2664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Elipse 73">
            <a:extLst>
              <a:ext uri="{FF2B5EF4-FFF2-40B4-BE49-F238E27FC236}">
                <a16:creationId xmlns:a16="http://schemas.microsoft.com/office/drawing/2014/main" id="{29D1A0E0-E72F-EF77-9BC8-DD16A75CCF24}"/>
              </a:ext>
            </a:extLst>
          </p:cNvPr>
          <p:cNvSpPr/>
          <p:nvPr/>
        </p:nvSpPr>
        <p:spPr>
          <a:xfrm>
            <a:off x="10104042" y="3393041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Datos masivos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9C3CBBC9-2A69-0E23-DBEE-1011418FDA51}"/>
              </a:ext>
            </a:extLst>
          </p:cNvPr>
          <p:cNvSpPr/>
          <p:nvPr/>
        </p:nvSpPr>
        <p:spPr>
          <a:xfrm>
            <a:off x="10372626" y="4218532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Función de pérdida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61C35DF2-36E2-BAF8-DDAE-ABD2CB9B0252}"/>
              </a:ext>
            </a:extLst>
          </p:cNvPr>
          <p:cNvSpPr/>
          <p:nvPr/>
        </p:nvSpPr>
        <p:spPr>
          <a:xfrm>
            <a:off x="10372626" y="4993153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Optimización 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63366D9C-98D3-5114-1819-0E95373AB703}"/>
              </a:ext>
            </a:extLst>
          </p:cNvPr>
          <p:cNvSpPr/>
          <p:nvPr/>
        </p:nvSpPr>
        <p:spPr>
          <a:xfrm>
            <a:off x="9906084" y="5823955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Hardware (GPU/TPU)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D136CC55-BD1A-7DFD-E03D-50FC7E08A4E6}"/>
              </a:ext>
            </a:extLst>
          </p:cNvPr>
          <p:cNvSpPr/>
          <p:nvPr/>
        </p:nvSpPr>
        <p:spPr>
          <a:xfrm>
            <a:off x="7973634" y="5419311"/>
            <a:ext cx="1932449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Regularización</a:t>
            </a:r>
          </a:p>
        </p:txBody>
      </p:sp>
      <p:cxnSp>
        <p:nvCxnSpPr>
          <p:cNvPr id="80" name="Conector: curvado 79">
            <a:extLst>
              <a:ext uri="{FF2B5EF4-FFF2-40B4-BE49-F238E27FC236}">
                <a16:creationId xmlns:a16="http://schemas.microsoft.com/office/drawing/2014/main" id="{45519BF5-2768-994D-E8A9-2679E91F458C}"/>
              </a:ext>
            </a:extLst>
          </p:cNvPr>
          <p:cNvCxnSpPr>
            <a:cxnSpLocks/>
            <a:stCxn id="40" idx="6"/>
            <a:endCxn id="74" idx="2"/>
          </p:cNvCxnSpPr>
          <p:nvPr/>
        </p:nvCxnSpPr>
        <p:spPr>
          <a:xfrm flipV="1">
            <a:off x="9591861" y="3727693"/>
            <a:ext cx="512181" cy="5277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curvado 82">
            <a:extLst>
              <a:ext uri="{FF2B5EF4-FFF2-40B4-BE49-F238E27FC236}">
                <a16:creationId xmlns:a16="http://schemas.microsoft.com/office/drawing/2014/main" id="{38AFA2E7-96EE-701C-9C6F-31B1B5303CE3}"/>
              </a:ext>
            </a:extLst>
          </p:cNvPr>
          <p:cNvCxnSpPr>
            <a:cxnSpLocks/>
            <a:stCxn id="40" idx="5"/>
            <a:endCxn id="77" idx="1"/>
          </p:cNvCxnSpPr>
          <p:nvPr/>
        </p:nvCxnSpPr>
        <p:spPr>
          <a:xfrm rot="16200000" flipH="1">
            <a:off x="9034044" y="4783490"/>
            <a:ext cx="1429857" cy="84710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: curvado 83">
            <a:extLst>
              <a:ext uri="{FF2B5EF4-FFF2-40B4-BE49-F238E27FC236}">
                <a16:creationId xmlns:a16="http://schemas.microsoft.com/office/drawing/2014/main" id="{18D9C177-CBE8-08F4-F2C3-A7C3B66AECEC}"/>
              </a:ext>
            </a:extLst>
          </p:cNvPr>
          <p:cNvCxnSpPr>
            <a:cxnSpLocks/>
            <a:stCxn id="40" idx="6"/>
            <a:endCxn id="75" idx="2"/>
          </p:cNvCxnSpPr>
          <p:nvPr/>
        </p:nvCxnSpPr>
        <p:spPr>
          <a:xfrm>
            <a:off x="9591861" y="4255481"/>
            <a:ext cx="780765" cy="2977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curvado 84">
            <a:extLst>
              <a:ext uri="{FF2B5EF4-FFF2-40B4-BE49-F238E27FC236}">
                <a16:creationId xmlns:a16="http://schemas.microsoft.com/office/drawing/2014/main" id="{7D475AA3-7090-B901-3A82-7B2C9E21CB5E}"/>
              </a:ext>
            </a:extLst>
          </p:cNvPr>
          <p:cNvCxnSpPr>
            <a:cxnSpLocks/>
            <a:stCxn id="40" idx="5"/>
            <a:endCxn id="76" idx="1"/>
          </p:cNvCxnSpPr>
          <p:nvPr/>
        </p:nvCxnSpPr>
        <p:spPr>
          <a:xfrm rot="16200000" flipH="1">
            <a:off x="9682716" y="4134818"/>
            <a:ext cx="599055" cy="13136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: curvado 85">
            <a:extLst>
              <a:ext uri="{FF2B5EF4-FFF2-40B4-BE49-F238E27FC236}">
                <a16:creationId xmlns:a16="http://schemas.microsoft.com/office/drawing/2014/main" id="{6C5B902E-1541-3CD8-31AF-68D30066048E}"/>
              </a:ext>
            </a:extLst>
          </p:cNvPr>
          <p:cNvCxnSpPr>
            <a:cxnSpLocks/>
            <a:endCxn id="78" idx="0"/>
          </p:cNvCxnSpPr>
          <p:nvPr/>
        </p:nvCxnSpPr>
        <p:spPr>
          <a:xfrm rot="5400000">
            <a:off x="8718052" y="4811940"/>
            <a:ext cx="829178" cy="38556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Elipse 105">
            <a:extLst>
              <a:ext uri="{FF2B5EF4-FFF2-40B4-BE49-F238E27FC236}">
                <a16:creationId xmlns:a16="http://schemas.microsoft.com/office/drawing/2014/main" id="{DACC102F-0B43-D9E7-F534-A26E550A764D}"/>
              </a:ext>
            </a:extLst>
          </p:cNvPr>
          <p:cNvSpPr/>
          <p:nvPr/>
        </p:nvSpPr>
        <p:spPr>
          <a:xfrm>
            <a:off x="4275863" y="3496092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Poder de cómputo</a:t>
            </a:r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979F8D65-CBD6-AC8D-3DE7-73978A4BC04C}"/>
              </a:ext>
            </a:extLst>
          </p:cNvPr>
          <p:cNvSpPr/>
          <p:nvPr/>
        </p:nvSpPr>
        <p:spPr>
          <a:xfrm>
            <a:off x="3706150" y="4417498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Big Data</a:t>
            </a:r>
          </a:p>
        </p:txBody>
      </p:sp>
      <p:sp>
        <p:nvSpPr>
          <p:cNvPr id="108" name="Elipse 107">
            <a:extLst>
              <a:ext uri="{FF2B5EF4-FFF2-40B4-BE49-F238E27FC236}">
                <a16:creationId xmlns:a16="http://schemas.microsoft.com/office/drawing/2014/main" id="{2EC8FF2A-28D7-C44A-7980-7B1A4598DED0}"/>
              </a:ext>
            </a:extLst>
          </p:cNvPr>
          <p:cNvSpPr/>
          <p:nvPr/>
        </p:nvSpPr>
        <p:spPr>
          <a:xfrm>
            <a:off x="3793696" y="5348776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Nuevas arquitecturas</a:t>
            </a:r>
          </a:p>
        </p:txBody>
      </p:sp>
      <p:sp>
        <p:nvSpPr>
          <p:cNvPr id="109" name="Elipse 108">
            <a:extLst>
              <a:ext uri="{FF2B5EF4-FFF2-40B4-BE49-F238E27FC236}">
                <a16:creationId xmlns:a16="http://schemas.microsoft.com/office/drawing/2014/main" id="{559386BB-13C5-5392-7C22-D4C69F4A8E02}"/>
              </a:ext>
            </a:extLst>
          </p:cNvPr>
          <p:cNvSpPr/>
          <p:nvPr/>
        </p:nvSpPr>
        <p:spPr>
          <a:xfrm>
            <a:off x="6578931" y="6150221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Aplicaciones reales</a:t>
            </a:r>
          </a:p>
        </p:txBody>
      </p:sp>
      <p:sp>
        <p:nvSpPr>
          <p:cNvPr id="110" name="Elipse 109">
            <a:extLst>
              <a:ext uri="{FF2B5EF4-FFF2-40B4-BE49-F238E27FC236}">
                <a16:creationId xmlns:a16="http://schemas.microsoft.com/office/drawing/2014/main" id="{64C02220-E96B-0D09-6943-562A329FEBE0}"/>
              </a:ext>
            </a:extLst>
          </p:cNvPr>
          <p:cNvSpPr/>
          <p:nvPr/>
        </p:nvSpPr>
        <p:spPr>
          <a:xfrm>
            <a:off x="4703383" y="6077646"/>
            <a:ext cx="1819374" cy="6693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Transfer </a:t>
            </a:r>
            <a:r>
              <a:rPr lang="es-MX" sz="1400" dirty="0" err="1">
                <a:solidFill>
                  <a:schemeClr val="tx1"/>
                </a:solidFill>
              </a:rPr>
              <a:t>learning</a:t>
            </a:r>
            <a:endParaRPr lang="es-MX" sz="1400" dirty="0">
              <a:solidFill>
                <a:schemeClr val="tx1"/>
              </a:solidFill>
            </a:endParaRPr>
          </a:p>
        </p:txBody>
      </p:sp>
      <p:cxnSp>
        <p:nvCxnSpPr>
          <p:cNvPr id="111" name="Conector: curvado 110">
            <a:extLst>
              <a:ext uri="{FF2B5EF4-FFF2-40B4-BE49-F238E27FC236}">
                <a16:creationId xmlns:a16="http://schemas.microsoft.com/office/drawing/2014/main" id="{56CA71D4-31E4-684B-B818-90E75F4459CA}"/>
              </a:ext>
            </a:extLst>
          </p:cNvPr>
          <p:cNvCxnSpPr>
            <a:cxnSpLocks/>
            <a:stCxn id="41" idx="1"/>
            <a:endCxn id="106" idx="5"/>
          </p:cNvCxnSpPr>
          <p:nvPr/>
        </p:nvCxnSpPr>
        <p:spPr>
          <a:xfrm rot="16200000" flipV="1">
            <a:off x="5736549" y="4159625"/>
            <a:ext cx="491612" cy="30711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: curvado 111">
            <a:extLst>
              <a:ext uri="{FF2B5EF4-FFF2-40B4-BE49-F238E27FC236}">
                <a16:creationId xmlns:a16="http://schemas.microsoft.com/office/drawing/2014/main" id="{E57CACF0-BEA0-A5CB-EC5F-1CB6D8D58CD8}"/>
              </a:ext>
            </a:extLst>
          </p:cNvPr>
          <p:cNvCxnSpPr>
            <a:cxnSpLocks/>
            <a:stCxn id="41" idx="6"/>
            <a:endCxn id="109" idx="0"/>
          </p:cNvCxnSpPr>
          <p:nvPr/>
        </p:nvCxnSpPr>
        <p:spPr>
          <a:xfrm flipH="1">
            <a:off x="7488618" y="4795625"/>
            <a:ext cx="200228" cy="1354596"/>
          </a:xfrm>
          <a:prstGeom prst="curvedConnector4">
            <a:avLst>
              <a:gd name="adj1" fmla="val -114170"/>
              <a:gd name="adj2" fmla="val 623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ector: curvado 112">
            <a:extLst>
              <a:ext uri="{FF2B5EF4-FFF2-40B4-BE49-F238E27FC236}">
                <a16:creationId xmlns:a16="http://schemas.microsoft.com/office/drawing/2014/main" id="{FD45C175-EF59-E5C9-7BA8-77AB71149555}"/>
              </a:ext>
            </a:extLst>
          </p:cNvPr>
          <p:cNvCxnSpPr>
            <a:cxnSpLocks/>
            <a:stCxn id="41" idx="2"/>
            <a:endCxn id="107" idx="6"/>
          </p:cNvCxnSpPr>
          <p:nvPr/>
        </p:nvCxnSpPr>
        <p:spPr>
          <a:xfrm rot="10800000">
            <a:off x="5525524" y="4752151"/>
            <a:ext cx="343948" cy="4347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: curvado 113">
            <a:extLst>
              <a:ext uri="{FF2B5EF4-FFF2-40B4-BE49-F238E27FC236}">
                <a16:creationId xmlns:a16="http://schemas.microsoft.com/office/drawing/2014/main" id="{07B71F4D-E7FD-5F3C-9ACA-31C37953AD25}"/>
              </a:ext>
            </a:extLst>
          </p:cNvPr>
          <p:cNvCxnSpPr>
            <a:cxnSpLocks/>
            <a:stCxn id="41" idx="3"/>
            <a:endCxn id="108" idx="0"/>
          </p:cNvCxnSpPr>
          <p:nvPr/>
        </p:nvCxnSpPr>
        <p:spPr>
          <a:xfrm rot="5400000">
            <a:off x="5261390" y="4474252"/>
            <a:ext cx="316517" cy="143253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: curvado 114">
            <a:extLst>
              <a:ext uri="{FF2B5EF4-FFF2-40B4-BE49-F238E27FC236}">
                <a16:creationId xmlns:a16="http://schemas.microsoft.com/office/drawing/2014/main" id="{7024F5FE-D4B2-82E2-0CEF-A765CCE8C8FA}"/>
              </a:ext>
            </a:extLst>
          </p:cNvPr>
          <p:cNvCxnSpPr>
            <a:cxnSpLocks/>
            <a:stCxn id="41" idx="4"/>
            <a:endCxn id="110" idx="0"/>
          </p:cNvCxnSpPr>
          <p:nvPr/>
        </p:nvCxnSpPr>
        <p:spPr>
          <a:xfrm rot="5400000">
            <a:off x="5722430" y="5020917"/>
            <a:ext cx="947370" cy="116608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567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62</Words>
  <Application>Microsoft Office PowerPoint</Application>
  <PresentationFormat>Panorámica</PresentationFormat>
  <Paragraphs>25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Deep Learning MAPA CONCEPTUAL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de la Garza</dc:creator>
  <cp:lastModifiedBy>Luis de la Garza</cp:lastModifiedBy>
  <cp:revision>1</cp:revision>
  <dcterms:created xsi:type="dcterms:W3CDTF">2026-02-12T19:37:58Z</dcterms:created>
  <dcterms:modified xsi:type="dcterms:W3CDTF">2026-02-12T22:43:30Z</dcterms:modified>
</cp:coreProperties>
</file>